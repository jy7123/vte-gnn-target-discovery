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0" d="100"/>
          <a:sy n="150" d="100"/>
        </p:scale>
        <p:origin x="654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5F45BDB-CC06-5B4C-FB8A-5FEEF5658E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DD38E74-C92F-9CC2-70C8-2867297E2F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33A5EEB-CFF5-89D8-7797-9AC3DAED57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2EC98-6959-425E-A88B-92AEF6CDB8BF}" type="datetimeFigureOut">
              <a:rPr lang="zh-CN" altLang="en-US" smtClean="0"/>
              <a:t>2026/7/24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4B2318C-6756-632A-08CF-DB724CA67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1827729-7F71-E363-7728-CF332484C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030FC-05FE-443B-BC12-725BED8CCE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40552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A383AAF-717D-0DE2-9C9B-D048503917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E748D26-DBA1-7E7D-6EAB-5182D6425C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6FE2BD3-744F-35DB-8E3D-8CFA700720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2EC98-6959-425E-A88B-92AEF6CDB8BF}" type="datetimeFigureOut">
              <a:rPr lang="zh-CN" altLang="en-US" smtClean="0"/>
              <a:t>2026/7/24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C682B38-03E8-4C60-F83E-2CBA89162A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EB94E45-D480-BFF4-9345-CB468FC92F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030FC-05FE-443B-BC12-725BED8CCE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83248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9BD9DDD-C121-37B3-58C6-603B0ACF1E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92E4D07-75A4-2FCB-8FE3-C9C9189642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728C983-6B8E-0F93-BE16-77704C6B2B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2EC98-6959-425E-A88B-92AEF6CDB8BF}" type="datetimeFigureOut">
              <a:rPr lang="zh-CN" altLang="en-US" smtClean="0"/>
              <a:t>2026/7/24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FBDB41C-177F-DCBB-8260-366EA2F7DE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030D210-610D-D753-38D3-94DD233101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030FC-05FE-443B-BC12-725BED8CCE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12914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8F2EF63-CFBB-7265-40D7-B567B41A87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8043CEA-5DF4-A092-9417-433FA19EFB9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20A2818-79D1-C40F-A133-5DFA2D3F28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CE52BBE-AE21-AEAE-F70A-C632947F44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2EC98-6959-425E-A88B-92AEF6CDB8BF}" type="datetimeFigureOut">
              <a:rPr lang="zh-CN" altLang="en-US" smtClean="0"/>
              <a:t>2026/7/24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96ECCBB-C6D4-A01B-0C28-49D0A81E82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C344C21-F648-FAEF-8379-3CAC365D34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030FC-05FE-443B-BC12-725BED8CCE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6981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60B7B29-4D85-1F9A-83AE-9095465359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D6A5E89-4113-084B-13E6-57D3A996AD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02C3E8A-EF24-F61F-03C6-D1FA9F2903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12ACD4C-54AB-3FFC-9864-785F41DB2E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43977C4-35DB-5896-28C5-A36983F90D1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89B8F4-0DA5-4953-326B-53D16AC18D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2EC98-6959-425E-A88B-92AEF6CDB8BF}" type="datetimeFigureOut">
              <a:rPr lang="zh-CN" altLang="en-US" smtClean="0"/>
              <a:t>2026/7/24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636CDF14-86F9-F2FB-BA79-3A4FAB5986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A3A3C5D6-582D-FC53-750D-8DECAF8926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030FC-05FE-443B-BC12-725BED8CCE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13720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383D947-7E7C-5C92-9375-95199CBF85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AD96D79E-F662-023C-8566-4CED076A0D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2EC98-6959-425E-A88B-92AEF6CDB8BF}" type="datetimeFigureOut">
              <a:rPr lang="zh-CN" altLang="en-US" smtClean="0"/>
              <a:t>2026/7/24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67C66F0-3807-8FE7-F161-C2D641FEAA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7E221DB-6CF4-BD3D-D5E4-566F570BA7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030FC-05FE-443B-BC12-725BED8CCE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42470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2E203EC-A695-08A6-D9A7-72440A219E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2EC98-6959-425E-A88B-92AEF6CDB8BF}" type="datetimeFigureOut">
              <a:rPr lang="zh-CN" altLang="en-US" smtClean="0"/>
              <a:t>2026/7/24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8AF3D2F-359E-D367-007C-03B0992175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57FDEFF-ACC0-A9B6-2703-C2A8A59B49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030FC-05FE-443B-BC12-725BED8CCE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88305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9F3C8E-BFD2-3EFD-163F-46B91F8EA6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60D1724-8686-7C7A-BA50-B737A42AF7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D2795E8-1F49-A844-B793-315D6C3A45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26DCB9A-A704-C300-CF83-B24D4E0554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2EC98-6959-425E-A88B-92AEF6CDB8BF}" type="datetimeFigureOut">
              <a:rPr lang="zh-CN" altLang="en-US" smtClean="0"/>
              <a:t>2026/7/24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13F3910-DB08-5B29-1EC5-2A7AD1D0B1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52AB473-5D21-5A93-17DD-8687326B41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030FC-05FE-443B-BC12-725BED8CCE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02244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0991CD2-E4E2-0D01-15F8-00C92DC50A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271D4AA-40BC-BDF9-1677-14E3F0AE221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0C1707B-8649-E427-ACC8-929673A7BC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B6109AC-C151-0BCC-CD7F-DB3E5BF03F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2EC98-6959-425E-A88B-92AEF6CDB8BF}" type="datetimeFigureOut">
              <a:rPr lang="zh-CN" altLang="en-US" smtClean="0"/>
              <a:t>2026/7/24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35B47B6-6D2F-B47B-3745-77CCE8DBE5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76FE512-6EA7-F95A-BA89-BF34FE0E8F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030FC-05FE-443B-BC12-725BED8CCE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29911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C006CD-D962-E429-0236-8458A24DAF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01D88D6-6D66-25C2-6E79-4281AC61F3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3A9A3C2-0E3B-A059-41C1-9983F85948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2EC98-6959-425E-A88B-92AEF6CDB8BF}" type="datetimeFigureOut">
              <a:rPr lang="zh-CN" altLang="en-US" smtClean="0"/>
              <a:t>2026/7/24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69E25C7-4BDE-6D98-0AB5-C8298B34D9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6CC706B-B0B2-D76A-5E1D-06B40805BC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030FC-05FE-443B-BC12-725BED8CCE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90610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CA23404-10DB-A897-E21D-028A2C8C496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7B51026-58AF-2C94-AE6E-8F04E7A812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BCD72F3-5399-2CFA-CBCE-16523491BB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2EC98-6959-425E-A88B-92AEF6CDB8BF}" type="datetimeFigureOut">
              <a:rPr lang="zh-CN" altLang="en-US" smtClean="0"/>
              <a:t>2026/7/24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8E2DE1F-7C95-9AE6-7046-A13CEFACCF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A90AAEF-7E72-BBA5-2D2E-DCC5C2F91A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030FC-05FE-443B-BC12-725BED8CCE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67807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7AB764EF-B4B4-EAE2-D863-E01658608D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4DC7C0E-41F6-1096-4821-C5723E78E4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95B9187-AEC7-4B21-E9CB-F60AA83A27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BE2EC98-6959-425E-A88B-92AEF6CDB8BF}" type="datetimeFigureOut">
              <a:rPr lang="zh-CN" altLang="en-US" smtClean="0"/>
              <a:t>2026/7/24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C41DDD-1326-8D51-C49C-DF40727DAB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9D06527-49C8-E9EF-0DDC-AE8AB37637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0030FC-05FE-443B-BC12-725BED8CCE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35911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if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>
            <a:extLst>
              <a:ext uri="{FF2B5EF4-FFF2-40B4-BE49-F238E27FC236}">
                <a16:creationId xmlns:a16="http://schemas.microsoft.com/office/drawing/2014/main" id="{FD886910-491D-758E-6839-41DCF4CC49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6123" r="92"/>
          <a:stretch/>
        </p:blipFill>
        <p:spPr>
          <a:xfrm>
            <a:off x="1161787" y="3867150"/>
            <a:ext cx="9049014" cy="2990850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311009B9-D01E-2795-CE40-490E566E6F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-105" r="46485" b="48204"/>
          <a:stretch/>
        </p:blipFill>
        <p:spPr>
          <a:xfrm>
            <a:off x="57150" y="57303"/>
            <a:ext cx="4787900" cy="3552333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5CE2E6DA-BEAD-047A-6B03-00D2BABF593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99" t="4162" r="-199" b="48059"/>
          <a:stretch/>
        </p:blipFill>
        <p:spPr>
          <a:xfrm>
            <a:off x="3956050" y="406522"/>
            <a:ext cx="4184650" cy="3192976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9DDCCFD7-47B5-14FB-BD54-6EC363EDE21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1889" r="47290" b="317"/>
          <a:stretch/>
        </p:blipFill>
        <p:spPr>
          <a:xfrm>
            <a:off x="8064501" y="361029"/>
            <a:ext cx="4127499" cy="3271232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B8904978-9A05-43DC-DB17-289802B024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162" t="49909" r="23624" b="41926"/>
          <a:stretch/>
        </p:blipFill>
        <p:spPr>
          <a:xfrm>
            <a:off x="4888292" y="3511045"/>
            <a:ext cx="2320165" cy="558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18383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6118BF7D-161A-63F9-1821-7776D3C881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1296" r="92"/>
          <a:stretch/>
        </p:blipFill>
        <p:spPr>
          <a:xfrm>
            <a:off x="708890" y="2279650"/>
            <a:ext cx="9343159" cy="3340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77573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5F3CB58-D8ED-25CB-4DBD-6797BD45F4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DA4A3F3F-D30A-9324-B51E-9D431C5EF04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r="-563" b="94599"/>
          <a:stretch/>
        </p:blipFill>
        <p:spPr>
          <a:xfrm>
            <a:off x="2013313" y="1851383"/>
            <a:ext cx="6126135" cy="234994"/>
          </a:xfr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2762D076-4DF2-259B-B244-A38AED436E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162" t="49909" r="23624" b="41926"/>
          <a:stretch/>
        </p:blipFill>
        <p:spPr>
          <a:xfrm>
            <a:off x="6303135" y="450761"/>
            <a:ext cx="2320165" cy="558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37730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0</Words>
  <Application>Microsoft Office PowerPoint</Application>
  <PresentationFormat>宽屏</PresentationFormat>
  <Paragraphs>0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7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宇 金</dc:creator>
  <cp:lastModifiedBy>宇 金</cp:lastModifiedBy>
  <cp:revision>2</cp:revision>
  <dcterms:created xsi:type="dcterms:W3CDTF">2026-07-23T17:32:05Z</dcterms:created>
  <dcterms:modified xsi:type="dcterms:W3CDTF">2026-07-23T17:46:01Z</dcterms:modified>
</cp:coreProperties>
</file>